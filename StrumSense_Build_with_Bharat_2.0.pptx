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image" Target="../media/image-3-3.jpeg"/><Relationship Id="rId4" Type="http://schemas.openxmlformats.org/officeDocument/2006/relationships/image" Target="../media/image-3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pPr algn="ctr" indent="0" marL="0">
              <a:buNone/>
            </a:pPr>
            <a:r>
              <a:rPr lang="en-US" sz="2600" b="1" dirty="0">
                <a:solidFill>
                  <a:srgbClr val="872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WITH  </a:t>
            </a:r>
            <a:endParaRPr lang="en-US" sz="5400" dirty="0"/>
          </a:p>
        </p:txBody>
      </p:sp>
      <p:sp>
        <p:nvSpPr>
          <p:cNvPr id="10" name="Text 4"/>
          <p:cNvSpPr txBox="1"/>
          <p:nvPr/>
        </p:nvSpPr>
        <p:spPr>
          <a:xfrm>
            <a:off x="457200" y="2057400"/>
            <a:ext cx="11247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62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3063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LEVEL HACKATHON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548640" y="3977640"/>
            <a:ext cx="640080" cy="2743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54864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NAME:  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CodeVerse Innovators  [edit as needed]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548640" y="458114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STATEMENT:  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Hybrid Audio-Visual Guitar Learning Assistant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0017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MEMBERS:  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[Add team member names]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4223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COLLEGE:  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Institute of Technology, Delhi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0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11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StrumSense — Tagline: An AI-Powered Hybrid Audio-Visual Guitar Assistant for All Skill Levels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2148840"/>
            <a:ext cx="108813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guitarists face a major hurdle: no real-time, accurate feedback while practicing alone.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Beginners struggle to know if they're playing the right chords or following the correct strumming pattern (e.g., Down-Down-Up-Up-Down-Up).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apps like Yousician rely only on audio — they detect chords but cannot see whether the strumming hand is moving in the correct rhythm.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human tutor, learners develop bad timing habits, and even advanced players lack tools to analyze micro-timing or auto-generate chord sheets from jam sessions.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914400"/>
            <a:ext cx="5029200" cy="5029200"/>
          </a:xfrm>
          <a:prstGeom prst="rect">
            <a:avLst/>
          </a:prstGeom>
        </p:spPr>
      </p:pic>
      <p:pic>
        <p:nvPicPr>
          <p:cNvPr id="3" name="Image 1" descr="/home/claude/work/assets/logo_nit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4" name="Image 2" descr="/home/claude/work/assets/logo_codeverse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5" name="Image 3" descr="/home/claude/work/assets/logo_up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7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8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0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2800" dirty="0"/>
          </a:p>
        </p:txBody>
      </p:sp>
      <p:sp>
        <p:nvSpPr>
          <p:cNvPr id="11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AI Approach — Dual-Engine Detection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2011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Camera-only tracking fails because fingers hide each other behind the fretboard — so StrumSense listens AND watches.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640080" y="24688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BEFE8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914400" y="26334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Engine — The Ear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30632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Listens via the microphone and identifies the chord being played using chroma-based audio analysis.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355080" y="246888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BEFE8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629400" y="26334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Engine — The Eye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629400" y="30632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camera to track the strumming hand's wrist motion, identifying Upstrokes vs Downstrokes in real time.</a:t>
            </a:r>
            <a:endParaRPr lang="en-US" sz="125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4069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Features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443484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tracking: live camera feed with motion-tracking dots + chord/strum-direction text overlay.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recording &amp; smart analytics: timeline report of every chord and strum pattern played.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dashboard: stores past sessions so users can track timing and accuracy over weeks or months.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OF SOLUTION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54864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0350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 Input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2715768" y="198424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15" name="Shape 10"/>
          <p:cNvSpPr/>
          <p:nvPr/>
        </p:nvSpPr>
        <p:spPr>
          <a:xfrm>
            <a:off x="297180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02666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 Feature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(librosa)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138928" y="198424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18" name="Shape 13"/>
          <p:cNvSpPr/>
          <p:nvPr/>
        </p:nvSpPr>
        <p:spPr>
          <a:xfrm>
            <a:off x="5394960" y="178308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FF5C1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449824" y="178308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 Template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→ Chord ID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0350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Input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15768" y="280720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23" name="Shape 18"/>
          <p:cNvSpPr/>
          <p:nvPr/>
        </p:nvSpPr>
        <p:spPr>
          <a:xfrm>
            <a:off x="297180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302666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Pose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(Wrist Tracking)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5138928" y="2807208"/>
            <a:ext cx="201168" cy="146304"/>
          </a:xfrm>
          <a:prstGeom prst="rightArrow">
            <a:avLst/>
          </a:prstGeom>
          <a:solidFill>
            <a:srgbClr val="C9C9C9"/>
          </a:solidFill>
          <a:ln/>
        </p:spPr>
      </p:sp>
      <p:sp>
        <p:nvSpPr>
          <p:cNvPr id="26" name="Shape 21"/>
          <p:cNvSpPr/>
          <p:nvPr/>
        </p:nvSpPr>
        <p:spPr>
          <a:xfrm>
            <a:off x="5394960" y="26060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5762B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5449824" y="2606040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Direction →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 Up / Down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3973068" y="3227832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29" name="Shape 24"/>
          <p:cNvSpPr/>
          <p:nvPr/>
        </p:nvSpPr>
        <p:spPr>
          <a:xfrm>
            <a:off x="4541368" y="3538728"/>
            <a:ext cx="3108960" cy="512064"/>
          </a:xfrm>
          <a:prstGeom prst="roundRect">
            <a:avLst>
              <a:gd name="adj" fmla="val 10714"/>
            </a:avLst>
          </a:prstGeom>
          <a:solidFill>
            <a:srgbClr val="8725B4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4541368" y="3538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 Sync / Fusion Engine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022696" y="4105656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32" name="Shape 27"/>
          <p:cNvSpPr/>
          <p:nvPr/>
        </p:nvSpPr>
        <p:spPr>
          <a:xfrm>
            <a:off x="4084168" y="4343400"/>
            <a:ext cx="4023360" cy="512064"/>
          </a:xfrm>
          <a:prstGeom prst="roundRect">
            <a:avLst>
              <a:gd name="adj" fmla="val 10714"/>
            </a:avLst>
          </a:prstGeom>
          <a:solidFill>
            <a:srgbClr val="1A1A1A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084168" y="43434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Output:  Chord + Strum Direction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022696" y="4910328"/>
            <a:ext cx="146304" cy="201168"/>
          </a:xfrm>
          <a:prstGeom prst="downArrow">
            <a:avLst/>
          </a:prstGeom>
          <a:solidFill>
            <a:srgbClr val="C9C9C9"/>
          </a:solidFill>
          <a:ln/>
        </p:spPr>
      </p:sp>
      <p:sp>
        <p:nvSpPr>
          <p:cNvPr id="35" name="Shape 30"/>
          <p:cNvSpPr/>
          <p:nvPr/>
        </p:nvSpPr>
        <p:spPr>
          <a:xfrm>
            <a:off x="2986888" y="5148072"/>
            <a:ext cx="2926080" cy="512064"/>
          </a:xfrm>
          <a:prstGeom prst="roundRect">
            <a:avLst>
              <a:gd name="adj" fmla="val 10714"/>
            </a:avLst>
          </a:prstGeom>
          <a:solidFill>
            <a:srgbClr val="E8E8E8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2986888" y="51480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Recorder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6278728" y="5148072"/>
            <a:ext cx="2926080" cy="512064"/>
          </a:xfrm>
          <a:prstGeom prst="roundRect">
            <a:avLst>
              <a:gd name="adj" fmla="val 10714"/>
            </a:avLst>
          </a:prstGeom>
          <a:solidFill>
            <a:srgbClr val="E8E8E8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278728" y="514807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Chord-Sheet PDF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430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risk: camera frames and audio buffers run on different latencies — both streams must be timestamp-fused, or the on-screen chord/strum output will visibly drift.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640080" y="1783080"/>
            <a:ext cx="64008" cy="86868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868680" y="17830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(UI &amp; Camera)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178308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(Python) or WebRTC — chosen for rapid hackathon deployment of a live camera + audio UI.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2880360"/>
            <a:ext cx="64008" cy="86868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68680" y="28803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Backend (Strumming)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8803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MediaPipe Pose module — tracks wrist Y-axis velocity for robust Up/Down detection (more reliable at speed than full hand/finger landmarks, which blur during fast strumming).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0080" y="3977640"/>
            <a:ext cx="64008" cy="86868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68680" y="3977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Backend (Chord Detection)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297680" y="397764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librosa — chroma_cqt chromagram + template matching against known chord shapes (C, G, D, Em, etc.), which handles overlapping string harmonics far better than raw FFT peak-picking.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5074920"/>
            <a:ext cx="64008" cy="86868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68680" y="50749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Layer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507492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Timestamp-based fusion of the audio buffer and video frame streams, so the chord and strum-direction output stay aligned in real time.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SELLING PROPOSITION (USP)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Shape 7"/>
          <p:cNvSpPr/>
          <p:nvPr/>
        </p:nvSpPr>
        <p:spPr>
          <a:xfrm>
            <a:off x="64008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13" name="Shape 8"/>
          <p:cNvSpPr/>
          <p:nvPr/>
        </p:nvSpPr>
        <p:spPr>
          <a:xfrm>
            <a:off x="640080" y="1783080"/>
            <a:ext cx="73152" cy="192024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914400" y="194767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Audio + Vision Detection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914400" y="23774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competitors (Yousician, Chordify) are audio-only and cannot see whether the strumming hand is moving in the correct rhythm.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3640" y="178308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17" name="Shape 12"/>
          <p:cNvSpPr/>
          <p:nvPr/>
        </p:nvSpPr>
        <p:spPr>
          <a:xfrm>
            <a:off x="6263640" y="1783080"/>
            <a:ext cx="73152" cy="192024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537960" y="194767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Newbie Mode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6537960" y="23774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Ghost-chord diagrams, metronome sync-up, and a slow-mo "Patience Mode" that waits for the correct sound before advancing.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21" name="Shape 16"/>
          <p:cNvSpPr/>
          <p:nvPr/>
        </p:nvSpPr>
        <p:spPr>
          <a:xfrm>
            <a:off x="640080" y="3977640"/>
            <a:ext cx="73152" cy="192024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914400" y="4142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Mode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914400" y="457200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Auto-generated, downloadable chord-sheet PDF from a jam session, plus micro-timing analysis (rushing/dragging vs. the beat).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263640" y="397764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6F6"/>
          </a:solidFill>
          <a:ln/>
        </p:spPr>
      </p:sp>
      <p:sp>
        <p:nvSpPr>
          <p:cNvPr id="25" name="Shape 20"/>
          <p:cNvSpPr/>
          <p:nvPr/>
        </p:nvSpPr>
        <p:spPr>
          <a:xfrm>
            <a:off x="6263640" y="3977640"/>
            <a:ext cx="73152" cy="1920240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537960" y="4142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Dashboard</a:t>
            </a:r>
            <a:endParaRPr lang="en-US" sz="1450" dirty="0"/>
          </a:p>
        </p:txBody>
      </p:sp>
      <p:sp>
        <p:nvSpPr>
          <p:cNvPr id="27" name="Text 22"/>
          <p:cNvSpPr txBox="1"/>
          <p:nvPr/>
        </p:nvSpPr>
        <p:spPr>
          <a:xfrm>
            <a:off x="6537960" y="457200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past sessions so users can visually track timing and accuracy improvements over weeks or months.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&amp; COMPETITORS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1554480"/>
        </p:xfrm>
        <a:graphic>
          <a:graphicData uri="http://schemas.openxmlformats.org/drawingml/2006/table">
            <a:tbl>
              <a:tblPr/>
              <a:tblGrid>
                <a:gridCol w="3931920"/>
                <a:gridCol w="2313432"/>
                <a:gridCol w="2313432"/>
                <a:gridCol w="231343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Yousician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Chordify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StrumSense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Chord Detection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Strum Direction Detection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Auto Chord-Sheet Generation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Partial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</a:rPr>
                        <a:t>Micro-Timing Analysis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0002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5762B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64008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MVP Scope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38404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Streamlit app with live camera feed — MediaPipe prints UP/DOWN while the mic detects 3–4 pre-programmed open chords.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features (Newbie/Pro modes, timeline analytics, auto-PDF) shown as high-quality Figma mockups in the pitch deck.</a:t>
            </a:r>
            <a:endParaRPr lang="en-US" sz="1250" dirty="0"/>
          </a:p>
        </p:txBody>
      </p:sp>
      <p:sp>
        <p:nvSpPr>
          <p:cNvPr id="15" name="Text 9"/>
          <p:cNvSpPr txBox="1"/>
          <p:nvPr/>
        </p:nvSpPr>
        <p:spPr>
          <a:xfrm>
            <a:off x="64008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Challenges &amp; Mitigation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512064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Audio-video sync drift → timestamp-fuse both streams at the fusion layer.</a:t>
            </a:r>
            <a:endParaRPr lang="en-US" sz="12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mic/camera demo risk on stage → always keep a pre-recorded backup demo video ready.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logo_nit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6032"/>
            <a:ext cx="822960" cy="822960"/>
          </a:xfrm>
          <a:prstGeom prst="rect">
            <a:avLst/>
          </a:prstGeom>
        </p:spPr>
      </p:pic>
      <p:pic>
        <p:nvPicPr>
          <p:cNvPr id="3" name="Image 1" descr="/home/claude/work/assets/logo_codevers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8" y="109728"/>
            <a:ext cx="1463040" cy="1188720"/>
          </a:xfrm>
          <a:prstGeom prst="rect">
            <a:avLst/>
          </a:prstGeom>
        </p:spPr>
      </p:pic>
      <p:pic>
        <p:nvPicPr>
          <p:cNvPr id="4" name="Image 2" descr="/home/claude/work/assets/logo_up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92608"/>
            <a:ext cx="777240" cy="77724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274320" y="6565392"/>
            <a:ext cx="4572000" cy="50292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6" name="Shape 1"/>
          <p:cNvSpPr/>
          <p:nvPr/>
        </p:nvSpPr>
        <p:spPr>
          <a:xfrm>
            <a:off x="7342632" y="6565392"/>
            <a:ext cx="4572000" cy="50292"/>
          </a:xfrm>
          <a:prstGeom prst="rect">
            <a:avLst/>
          </a:prstGeom>
          <a:solidFill>
            <a:srgbClr val="15762B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4846320" y="6446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 </a:t>
            </a:r>
            <a:pPr algn="ctr" indent="0" marL="0">
              <a:buNone/>
            </a:pPr>
            <a:r>
              <a:rPr lang="en-US" sz="10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भारत 2.0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457200" y="1170432"/>
            <a:ext cx="82296" cy="502920"/>
          </a:xfrm>
          <a:prstGeom prst="rect">
            <a:avLst/>
          </a:prstGeom>
          <a:solidFill>
            <a:srgbClr val="FF5C1F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658368" y="10789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REFERENCE</a:t>
            </a:r>
            <a:endParaRPr lang="en-US" sz="2800" dirty="0"/>
          </a:p>
        </p:txBody>
      </p:sp>
      <p:sp>
        <p:nvSpPr>
          <p:cNvPr id="10" name="Shape 5"/>
          <p:cNvSpPr/>
          <p:nvPr/>
        </p:nvSpPr>
        <p:spPr>
          <a:xfrm>
            <a:off x="8321040" y="1417320"/>
            <a:ext cx="3429000" cy="0"/>
          </a:xfrm>
          <a:prstGeom prst="line">
            <a:avLst/>
          </a:prstGeom>
          <a:noFill/>
          <a:ln w="25400">
            <a:solidFill>
              <a:srgbClr val="FF5C1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1750040" y="1362456"/>
            <a:ext cx="109728" cy="109728"/>
          </a:xfrm>
          <a:prstGeom prst="ellipse">
            <a:avLst/>
          </a:prstGeom>
          <a:solidFill>
            <a:srgbClr val="FF5C1F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130552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MediaPipe — Pose landmark detection documentation.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librosa — chroma_cqt / chord-recognition reference implementations.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Yousician &amp; Chordify — reviewed as closest competitor apps for feasibility benchmarking.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40080" y="3749040"/>
            <a:ext cx="1088136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  </a:t>
            </a:r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[Add your repo link here]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4480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Link:  </a:t>
            </a:r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[Add your demo link here]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5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2026-08-28T18:27:58Z</dcterms:created>
  <dcterms:modified xsi:type="dcterms:W3CDTF">2026-08-28T18:27:58Z</dcterms:modified>
</cp:coreProperties>
</file>